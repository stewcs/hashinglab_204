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10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3/14/2023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1" y="255954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  <p:sp>
        <p:nvSpPr>
          <p:cNvPr id="4" name="Rectangle 12">
            <a:extLst>
              <a:ext uri="{FF2B5EF4-FFF2-40B4-BE49-F238E27FC236}">
                <a16:creationId xmlns:a16="http://schemas.microsoft.com/office/drawing/2014/main" id="{C45F9893-C81C-268C-678A-00722B009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562" y="2931503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sz="1200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1D536FA-09BF-F0E4-0D89-27C4FEE0B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4612" y="2703371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sz="1200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7A4037-3995-FE19-FDEA-8A6280D5F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639" y="2703371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53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0CA215D-A621-711E-46EE-69CB6E095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99" y="2689260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13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37849740-AA47-3CF9-BEB0-BD099EF45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222" y="2928451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174</a:t>
            </a: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419CB271-0C51-7FF6-DA7E-0EAFFC183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2259" y="2931502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24</a:t>
            </a: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BF6E640E-869C-666B-5F6B-B31BC1CE3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6044" y="4063634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109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AC3DB7C0-8088-D4A1-4A7B-1D8B77177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115" y="4061294"/>
            <a:ext cx="454836" cy="226753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sz="1200" dirty="0"/>
              <a:t>49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1A8D8F-F573-68D8-F6EE-53BB0235EB30}"/>
              </a:ext>
            </a:extLst>
          </p:cNvPr>
          <p:cNvCxnSpPr/>
          <p:nvPr/>
        </p:nvCxnSpPr>
        <p:spPr bwMode="auto">
          <a:xfrm>
            <a:off x="6079448" y="4174671"/>
            <a:ext cx="35819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6E5613-FFD9-CF1D-0A06-1D6E9C627106}"/>
              </a:ext>
            </a:extLst>
          </p:cNvPr>
          <p:cNvCxnSpPr/>
          <p:nvPr/>
        </p:nvCxnSpPr>
        <p:spPr bwMode="auto">
          <a:xfrm>
            <a:off x="6087853" y="3041827"/>
            <a:ext cx="35819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B689E9-12D2-88B3-3F8E-28669465F278}"/>
              </a:ext>
            </a:extLst>
          </p:cNvPr>
          <p:cNvCxnSpPr/>
          <p:nvPr/>
        </p:nvCxnSpPr>
        <p:spPr bwMode="auto">
          <a:xfrm>
            <a:off x="6087853" y="2795568"/>
            <a:ext cx="35819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AE0E27A-E2FB-E34F-9CDF-5424BFA565AD}"/>
              </a:ext>
            </a:extLst>
          </p:cNvPr>
          <p:cNvCxnSpPr/>
          <p:nvPr/>
        </p:nvCxnSpPr>
        <p:spPr bwMode="auto">
          <a:xfrm>
            <a:off x="6892475" y="2802637"/>
            <a:ext cx="35819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721D7A-C9A6-5FEE-CEFF-016D660661A7}"/>
              </a:ext>
            </a:extLst>
          </p:cNvPr>
          <p:cNvCxnSpPr/>
          <p:nvPr/>
        </p:nvCxnSpPr>
        <p:spPr bwMode="auto">
          <a:xfrm>
            <a:off x="6892474" y="3045473"/>
            <a:ext cx="35819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5874DF2-749A-1A59-7D94-4A76BE38870A}"/>
              </a:ext>
            </a:extLst>
          </p:cNvPr>
          <p:cNvCxnSpPr/>
          <p:nvPr/>
        </p:nvCxnSpPr>
        <p:spPr bwMode="auto">
          <a:xfrm>
            <a:off x="6927810" y="4189815"/>
            <a:ext cx="358191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213391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11079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4924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20313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CAE3E2-75A9-94B9-52DB-6B5177D515E8}"/>
              </a:ext>
            </a:extLst>
          </p:cNvPr>
          <p:cNvSpPr txBox="1"/>
          <p:nvPr/>
        </p:nvSpPr>
        <p:spPr>
          <a:xfrm>
            <a:off x="4940469" y="2710368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9EE1A-6F12-D7F2-11C3-19008BD1F965}"/>
              </a:ext>
            </a:extLst>
          </p:cNvPr>
          <p:cNvSpPr txBox="1"/>
          <p:nvPr/>
        </p:nvSpPr>
        <p:spPr>
          <a:xfrm>
            <a:off x="5126624" y="322689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18FFC-51B3-AC15-3BF1-C567E7EA00E6}"/>
              </a:ext>
            </a:extLst>
          </p:cNvPr>
          <p:cNvSpPr txBox="1"/>
          <p:nvPr/>
        </p:nvSpPr>
        <p:spPr>
          <a:xfrm>
            <a:off x="5075615" y="366818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FA455-9FDB-36C7-88D6-45C9D4626CC2}"/>
              </a:ext>
            </a:extLst>
          </p:cNvPr>
          <p:cNvSpPr txBox="1"/>
          <p:nvPr/>
        </p:nvSpPr>
        <p:spPr>
          <a:xfrm>
            <a:off x="5130054" y="419788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37863-A2B0-D828-1B5D-7865204DEB20}"/>
              </a:ext>
            </a:extLst>
          </p:cNvPr>
          <p:cNvSpPr txBox="1"/>
          <p:nvPr/>
        </p:nvSpPr>
        <p:spPr>
          <a:xfrm>
            <a:off x="5104298" y="47244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BBBEB7-AD5B-5729-6B56-3FC5360ED505}"/>
              </a:ext>
            </a:extLst>
          </p:cNvPr>
          <p:cNvSpPr txBox="1"/>
          <p:nvPr/>
        </p:nvSpPr>
        <p:spPr>
          <a:xfrm>
            <a:off x="5104298" y="533176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CEA74-B125-8DEC-BEFF-4E673FB3D988}"/>
              </a:ext>
            </a:extLst>
          </p:cNvPr>
          <p:cNvSpPr txBox="1"/>
          <p:nvPr/>
        </p:nvSpPr>
        <p:spPr>
          <a:xfrm>
            <a:off x="3664499" y="32432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6EFF7-ABA0-C497-A8A3-913AE0355878}"/>
              </a:ext>
            </a:extLst>
          </p:cNvPr>
          <p:cNvSpPr txBox="1"/>
          <p:nvPr/>
        </p:nvSpPr>
        <p:spPr>
          <a:xfrm>
            <a:off x="3780123" y="374079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485EC-ACCA-4F11-A26C-1225DD1948D2}"/>
              </a:ext>
            </a:extLst>
          </p:cNvPr>
          <p:cNvSpPr txBox="1"/>
          <p:nvPr/>
        </p:nvSpPr>
        <p:spPr>
          <a:xfrm>
            <a:off x="3794601" y="412985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65E8F-84E5-77F3-618E-E4A2FBF402B9}"/>
              </a:ext>
            </a:extLst>
          </p:cNvPr>
          <p:cNvSpPr txBox="1"/>
          <p:nvPr/>
        </p:nvSpPr>
        <p:spPr>
          <a:xfrm>
            <a:off x="3664499" y="469106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6B4F6D-E08B-613F-414D-783B6C200526}"/>
              </a:ext>
            </a:extLst>
          </p:cNvPr>
          <p:cNvSpPr txBox="1"/>
          <p:nvPr/>
        </p:nvSpPr>
        <p:spPr>
          <a:xfrm>
            <a:off x="3697556" y="528705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253</Words>
  <Application>Microsoft Office PowerPoint</Application>
  <PresentationFormat>On-screen Show (4:3)</PresentationFormat>
  <Paragraphs>93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Xu, Daniel J</cp:lastModifiedBy>
  <cp:revision>64</cp:revision>
  <cp:lastPrinted>2015-10-07T21:36:22Z</cp:lastPrinted>
  <dcterms:created xsi:type="dcterms:W3CDTF">2003-12-08T11:02:30Z</dcterms:created>
  <dcterms:modified xsi:type="dcterms:W3CDTF">2023-03-15T03:29:37Z</dcterms:modified>
</cp:coreProperties>
</file>